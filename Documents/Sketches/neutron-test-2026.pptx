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:in und Datum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Autor:in und Datum</a:t>
            </a:r>
          </a:p>
        </p:txBody>
      </p:sp>
      <p:sp>
        <p:nvSpPr>
          <p:cNvPr id="12" name="Titel der Präsentation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13" name="Textebene 1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Präsentations­untertitel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Foliennumm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und Limonen"/>
          <p:cNvSpPr/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el der Präsentation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23" name="Textebene 1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Präsentations­untertitel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or:in und Datum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Autor:in und Datum</a:t>
            </a:r>
          </a:p>
        </p:txBody>
      </p:sp>
      <p:sp>
        <p:nvSpPr>
          <p:cNvPr id="25" name="Foliennummer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chüssel mit Lachsfrikadellen, Salat und Hummus "/>
          <p:cNvSpPr/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extebene 1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Folien-Untertitel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Folientitel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pPr/>
            <a:r>
              <a:t>Folien­titel</a:t>
            </a:r>
          </a:p>
        </p:txBody>
      </p:sp>
      <p:sp>
        <p:nvSpPr>
          <p:cNvPr id="3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Folien-Untertitel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Folien-Untertitel</a:t>
            </a:r>
          </a:p>
        </p:txBody>
      </p:sp>
      <p:sp>
        <p:nvSpPr>
          <p:cNvPr id="44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Folien­titel</a:t>
            </a:r>
          </a:p>
        </p:txBody>
      </p:sp>
      <p:sp>
        <p:nvSpPr>
          <p:cNvPr id="4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chüssel mit Pappardelle, Petersilienbutter, gerösteten Haselnüssen und geriebenem Parmesan"/>
          <p:cNvSpPr/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Folientitel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Folien­titel</a:t>
            </a:r>
          </a:p>
        </p:txBody>
      </p:sp>
      <p:sp>
        <p:nvSpPr>
          <p:cNvPr id="62" name="Folien-Untertitel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Folien-Untertitel</a:t>
            </a:r>
          </a:p>
        </p:txBody>
      </p:sp>
      <p:sp>
        <p:nvSpPr>
          <p:cNvPr id="63" name="Textebene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lientitel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Folien­titel</a:t>
            </a:r>
          </a:p>
        </p:txBody>
      </p:sp>
      <p:sp>
        <p:nvSpPr>
          <p:cNvPr id="72" name="Folien-Untertitel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Folien-Untertitel</a:t>
            </a:r>
          </a:p>
        </p:txBody>
      </p:sp>
      <p:sp>
        <p:nvSpPr>
          <p:cNvPr id="73" name="Textebene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olientitel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Folien­titel</a:t>
            </a:r>
          </a:p>
        </p:txBody>
      </p:sp>
      <p:sp>
        <p:nvSpPr>
          <p:cNvPr id="82" name="Folien-Untertitel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Folien-Untertitel</a:t>
            </a:r>
          </a:p>
        </p:txBody>
      </p:sp>
      <p:sp>
        <p:nvSpPr>
          <p:cNvPr id="83" name="Textebene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el des Abschnitts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Titel des Abschnitts</a:t>
            </a:r>
          </a:p>
        </p:txBody>
      </p:sp>
      <p:sp>
        <p:nvSpPr>
          <p:cNvPr id="9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Folien­titel</a:t>
            </a:r>
          </a:p>
        </p:txBody>
      </p:sp>
      <p:sp>
        <p:nvSpPr>
          <p:cNvPr id="100" name="Folien-Untertitel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Folien-Untertitel</a:t>
            </a:r>
          </a:p>
        </p:txBody>
      </p:sp>
      <p:sp>
        <p:nvSpPr>
          <p:cNvPr id="10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-Titel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Agenda-Titel</a:t>
            </a:r>
          </a:p>
        </p:txBody>
      </p:sp>
      <p:sp>
        <p:nvSpPr>
          <p:cNvPr id="109" name="Agenda-Untertitel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Agenda-Untertitel</a:t>
            </a:r>
          </a:p>
        </p:txBody>
      </p:sp>
      <p:sp>
        <p:nvSpPr>
          <p:cNvPr id="110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/>
            </a:lvl1pPr>
            <a:lvl2pPr marL="0" indent="457200">
              <a:spcBef>
                <a:spcPts val="1300"/>
              </a:spcBef>
              <a:buSzTx/>
              <a:buNone/>
              <a:defRPr spc="-38" sz="3800"/>
            </a:lvl2pPr>
            <a:lvl3pPr marL="0" indent="914400">
              <a:spcBef>
                <a:spcPts val="1300"/>
              </a:spcBef>
              <a:buSzTx/>
              <a:buNone/>
              <a:defRPr spc="-38" sz="3800"/>
            </a:lvl3pPr>
            <a:lvl4pPr marL="0" indent="1371600">
              <a:spcBef>
                <a:spcPts val="1300"/>
              </a:spcBef>
              <a:buSzTx/>
              <a:buNone/>
              <a:defRPr spc="-38" sz="3800"/>
            </a:lvl4pPr>
            <a:lvl5pPr marL="0" indent="1828800">
              <a:spcBef>
                <a:spcPts val="1300"/>
              </a:spcBef>
              <a:buSzTx/>
              <a:buNone/>
              <a:defRPr spc="-38" sz="3800"/>
            </a:lvl5pPr>
          </a:lstStyle>
          <a:p>
            <a:pPr/>
            <a:r>
              <a:t>Agendathemen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bene 1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Aussage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k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kten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Fakten</a:t>
            </a:r>
          </a:p>
        </p:txBody>
      </p:sp>
      <p:sp>
        <p:nvSpPr>
          <p:cNvPr id="127" name="Textebene 1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ebene 1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„Zitat“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Quellenangabe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Quellenangabe</a:t>
            </a:r>
          </a:p>
        </p:txBody>
      </p:sp>
      <p:sp>
        <p:nvSpPr>
          <p:cNvPr id="13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üssel mit Pappardelle, Petersilienbutter, gerösteten Haselnüssen und geriebenem Parmesan"/>
          <p:cNvSpPr/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alatschüssel mit gebratenem Reis, gekochten Eiern und Stäbchen"/>
          <p:cNvSpPr/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Schüssel mit Lachsfrikadellen, Salat und Hummus"/>
          <p:cNvSpPr/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alatschüssel mit gebratenem Reis, gekochten Eiern und Stäbchen"/>
          <p:cNvSpPr/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Foliennumm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bene 1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Folientitel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Folien­titel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254000" marR="0" indent="-254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635000" marR="0" indent="-254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016000" marR="0" indent="-254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397000" marR="0" indent="-254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778000" marR="0" indent="-254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159000" marR="0" indent="-254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540000" marR="0" indent="-254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921000" marR="0" indent="-254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302000" marR="0" indent="-254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Linien"/>
          <p:cNvSpPr/>
          <p:nvPr/>
        </p:nvSpPr>
        <p:spPr>
          <a:xfrm>
            <a:off x="9103572" y="5407399"/>
            <a:ext cx="18401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2" name="Linien"/>
          <p:cNvSpPr/>
          <p:nvPr/>
        </p:nvSpPr>
        <p:spPr>
          <a:xfrm>
            <a:off x="6222469" y="1371942"/>
            <a:ext cx="1" cy="95677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3" name="Linien"/>
          <p:cNvSpPr/>
          <p:nvPr/>
        </p:nvSpPr>
        <p:spPr>
          <a:xfrm>
            <a:off x="7881926" y="1280189"/>
            <a:ext cx="1" cy="95678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4" name="Linien"/>
          <p:cNvSpPr/>
          <p:nvPr/>
        </p:nvSpPr>
        <p:spPr>
          <a:xfrm>
            <a:off x="7481858" y="1280189"/>
            <a:ext cx="1" cy="95678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5" name="Linien"/>
          <p:cNvSpPr/>
          <p:nvPr/>
        </p:nvSpPr>
        <p:spPr>
          <a:xfrm>
            <a:off x="6380345" y="1311690"/>
            <a:ext cx="1" cy="95677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6" name="Linien"/>
          <p:cNvSpPr/>
          <p:nvPr/>
        </p:nvSpPr>
        <p:spPr>
          <a:xfrm>
            <a:off x="3590468" y="6988909"/>
            <a:ext cx="149927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7" name="Linien"/>
          <p:cNvSpPr/>
          <p:nvPr/>
        </p:nvSpPr>
        <p:spPr>
          <a:xfrm>
            <a:off x="10609749" y="7824373"/>
            <a:ext cx="94526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8" name="Linien"/>
          <p:cNvSpPr/>
          <p:nvPr/>
        </p:nvSpPr>
        <p:spPr>
          <a:xfrm flipV="1">
            <a:off x="1624685" y="690486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9" name="Linien"/>
          <p:cNvSpPr/>
          <p:nvPr/>
        </p:nvSpPr>
        <p:spPr>
          <a:xfrm flipV="1">
            <a:off x="1821981" y="690486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0" name="Linien"/>
          <p:cNvSpPr/>
          <p:nvPr/>
        </p:nvSpPr>
        <p:spPr>
          <a:xfrm flipV="1">
            <a:off x="2019277" y="690486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1" name="Linien"/>
          <p:cNvSpPr/>
          <p:nvPr/>
        </p:nvSpPr>
        <p:spPr>
          <a:xfrm flipV="1">
            <a:off x="2216574" y="690486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2" name="Linien"/>
          <p:cNvSpPr/>
          <p:nvPr/>
        </p:nvSpPr>
        <p:spPr>
          <a:xfrm flipV="1">
            <a:off x="2413870" y="690486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3" name="Linien"/>
          <p:cNvSpPr/>
          <p:nvPr/>
        </p:nvSpPr>
        <p:spPr>
          <a:xfrm flipV="1">
            <a:off x="2611166" y="690486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4" name="Linien"/>
          <p:cNvSpPr/>
          <p:nvPr/>
        </p:nvSpPr>
        <p:spPr>
          <a:xfrm flipV="1">
            <a:off x="2808462" y="690486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5" name="Linien"/>
          <p:cNvSpPr/>
          <p:nvPr/>
        </p:nvSpPr>
        <p:spPr>
          <a:xfrm flipV="1">
            <a:off x="3005758" y="690486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6" name="Linien"/>
          <p:cNvSpPr/>
          <p:nvPr/>
        </p:nvSpPr>
        <p:spPr>
          <a:xfrm flipV="1">
            <a:off x="3203055" y="690486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7" name="Linien"/>
          <p:cNvSpPr/>
          <p:nvPr/>
        </p:nvSpPr>
        <p:spPr>
          <a:xfrm flipV="1">
            <a:off x="3470607" y="690486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8" name="Linien"/>
          <p:cNvSpPr/>
          <p:nvPr/>
        </p:nvSpPr>
        <p:spPr>
          <a:xfrm flipH="1">
            <a:off x="3203431" y="8602956"/>
            <a:ext cx="282384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9" name="Linien"/>
          <p:cNvSpPr/>
          <p:nvPr/>
        </p:nvSpPr>
        <p:spPr>
          <a:xfrm flipH="1" flipV="1">
            <a:off x="581388" y="1062476"/>
            <a:ext cx="559863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0" name="Linien"/>
          <p:cNvSpPr/>
          <p:nvPr/>
        </p:nvSpPr>
        <p:spPr>
          <a:xfrm>
            <a:off x="5735737" y="4295744"/>
            <a:ext cx="4886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1" name="Linien"/>
          <p:cNvSpPr/>
          <p:nvPr/>
        </p:nvSpPr>
        <p:spPr>
          <a:xfrm>
            <a:off x="6224357" y="3805661"/>
            <a:ext cx="1" cy="52895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2" name="Linien"/>
          <p:cNvSpPr/>
          <p:nvPr/>
        </p:nvSpPr>
        <p:spPr>
          <a:xfrm>
            <a:off x="5746682" y="4422744"/>
            <a:ext cx="6086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3" name="Linien"/>
          <p:cNvSpPr/>
          <p:nvPr/>
        </p:nvSpPr>
        <p:spPr>
          <a:xfrm>
            <a:off x="6350699" y="3827355"/>
            <a:ext cx="1" cy="58192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4" name="Linien"/>
          <p:cNvSpPr/>
          <p:nvPr/>
        </p:nvSpPr>
        <p:spPr>
          <a:xfrm>
            <a:off x="5784708" y="4523578"/>
            <a:ext cx="69127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5" name="Linien"/>
          <p:cNvSpPr/>
          <p:nvPr/>
        </p:nvSpPr>
        <p:spPr>
          <a:xfrm>
            <a:off x="6486264" y="3794478"/>
            <a:ext cx="1" cy="74853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6" name="Linien"/>
          <p:cNvSpPr/>
          <p:nvPr/>
        </p:nvSpPr>
        <p:spPr>
          <a:xfrm>
            <a:off x="5657708" y="4650578"/>
            <a:ext cx="94527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7" name="Linien"/>
          <p:cNvSpPr/>
          <p:nvPr/>
        </p:nvSpPr>
        <p:spPr>
          <a:xfrm>
            <a:off x="6613264" y="3840232"/>
            <a:ext cx="1" cy="82977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8" name="Linien"/>
          <p:cNvSpPr/>
          <p:nvPr/>
        </p:nvSpPr>
        <p:spPr>
          <a:xfrm>
            <a:off x="5718736" y="4777578"/>
            <a:ext cx="101124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9" name="Linien"/>
          <p:cNvSpPr/>
          <p:nvPr/>
        </p:nvSpPr>
        <p:spPr>
          <a:xfrm>
            <a:off x="6740264" y="3840232"/>
            <a:ext cx="1" cy="95677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0" name="Linien"/>
          <p:cNvSpPr/>
          <p:nvPr/>
        </p:nvSpPr>
        <p:spPr>
          <a:xfrm>
            <a:off x="5759630" y="4904578"/>
            <a:ext cx="109734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1" name="Linien"/>
          <p:cNvSpPr/>
          <p:nvPr/>
        </p:nvSpPr>
        <p:spPr>
          <a:xfrm>
            <a:off x="6867264" y="3869145"/>
            <a:ext cx="1" cy="105486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2" name="Linien"/>
          <p:cNvSpPr/>
          <p:nvPr/>
        </p:nvSpPr>
        <p:spPr>
          <a:xfrm>
            <a:off x="5776714" y="5031578"/>
            <a:ext cx="120726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3" name="Linien"/>
          <p:cNvSpPr/>
          <p:nvPr/>
        </p:nvSpPr>
        <p:spPr>
          <a:xfrm>
            <a:off x="6994264" y="3794478"/>
            <a:ext cx="1" cy="125653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4" name="Linien"/>
          <p:cNvSpPr/>
          <p:nvPr/>
        </p:nvSpPr>
        <p:spPr>
          <a:xfrm>
            <a:off x="5754945" y="5158578"/>
            <a:ext cx="135603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5" name="Linien"/>
          <p:cNvSpPr/>
          <p:nvPr/>
        </p:nvSpPr>
        <p:spPr>
          <a:xfrm>
            <a:off x="7121264" y="3805661"/>
            <a:ext cx="1" cy="137235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6" name="Linien"/>
          <p:cNvSpPr/>
          <p:nvPr/>
        </p:nvSpPr>
        <p:spPr>
          <a:xfrm>
            <a:off x="5738704" y="5285578"/>
            <a:ext cx="149927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7" name="Linien"/>
          <p:cNvSpPr/>
          <p:nvPr/>
        </p:nvSpPr>
        <p:spPr>
          <a:xfrm>
            <a:off x="7248264" y="3840232"/>
            <a:ext cx="1" cy="146477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8" name="Linien"/>
          <p:cNvSpPr/>
          <p:nvPr/>
        </p:nvSpPr>
        <p:spPr>
          <a:xfrm>
            <a:off x="3356826" y="5872740"/>
            <a:ext cx="4886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9" name="Linien"/>
          <p:cNvSpPr/>
          <p:nvPr/>
        </p:nvSpPr>
        <p:spPr>
          <a:xfrm>
            <a:off x="3845446" y="5382657"/>
            <a:ext cx="1" cy="528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0" name="Linien"/>
          <p:cNvSpPr/>
          <p:nvPr/>
        </p:nvSpPr>
        <p:spPr>
          <a:xfrm>
            <a:off x="3367771" y="5999740"/>
            <a:ext cx="6086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1" name="Linien"/>
          <p:cNvSpPr/>
          <p:nvPr/>
        </p:nvSpPr>
        <p:spPr>
          <a:xfrm>
            <a:off x="3971788" y="5404351"/>
            <a:ext cx="1" cy="58192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2" name="Linien"/>
          <p:cNvSpPr/>
          <p:nvPr/>
        </p:nvSpPr>
        <p:spPr>
          <a:xfrm>
            <a:off x="3405797" y="6100574"/>
            <a:ext cx="69127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3" name="Linien"/>
          <p:cNvSpPr/>
          <p:nvPr/>
        </p:nvSpPr>
        <p:spPr>
          <a:xfrm>
            <a:off x="4107353" y="5371474"/>
            <a:ext cx="1" cy="74853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4" name="Linien"/>
          <p:cNvSpPr/>
          <p:nvPr/>
        </p:nvSpPr>
        <p:spPr>
          <a:xfrm>
            <a:off x="3278797" y="6227574"/>
            <a:ext cx="94527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5" name="Linien"/>
          <p:cNvSpPr/>
          <p:nvPr/>
        </p:nvSpPr>
        <p:spPr>
          <a:xfrm>
            <a:off x="4234353" y="5417228"/>
            <a:ext cx="1" cy="82978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6" name="Linien"/>
          <p:cNvSpPr/>
          <p:nvPr/>
        </p:nvSpPr>
        <p:spPr>
          <a:xfrm>
            <a:off x="3339825" y="6354574"/>
            <a:ext cx="101124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7" name="Linien"/>
          <p:cNvSpPr/>
          <p:nvPr/>
        </p:nvSpPr>
        <p:spPr>
          <a:xfrm>
            <a:off x="4361353" y="5417228"/>
            <a:ext cx="1" cy="95678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8" name="Linien"/>
          <p:cNvSpPr/>
          <p:nvPr/>
        </p:nvSpPr>
        <p:spPr>
          <a:xfrm>
            <a:off x="3380718" y="6481574"/>
            <a:ext cx="109734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9" name="Linien"/>
          <p:cNvSpPr/>
          <p:nvPr/>
        </p:nvSpPr>
        <p:spPr>
          <a:xfrm>
            <a:off x="4488353" y="5446141"/>
            <a:ext cx="1" cy="10548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0" name="Linien"/>
          <p:cNvSpPr/>
          <p:nvPr/>
        </p:nvSpPr>
        <p:spPr>
          <a:xfrm>
            <a:off x="3397803" y="6608574"/>
            <a:ext cx="120726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1" name="Linien"/>
          <p:cNvSpPr/>
          <p:nvPr/>
        </p:nvSpPr>
        <p:spPr>
          <a:xfrm>
            <a:off x="4615353" y="5371474"/>
            <a:ext cx="1" cy="125653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2" name="Linien"/>
          <p:cNvSpPr/>
          <p:nvPr/>
        </p:nvSpPr>
        <p:spPr>
          <a:xfrm>
            <a:off x="3376034" y="6735574"/>
            <a:ext cx="135603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3" name="Linien"/>
          <p:cNvSpPr/>
          <p:nvPr/>
        </p:nvSpPr>
        <p:spPr>
          <a:xfrm>
            <a:off x="4742353" y="5382657"/>
            <a:ext cx="1" cy="137235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4" name="Linien"/>
          <p:cNvSpPr/>
          <p:nvPr/>
        </p:nvSpPr>
        <p:spPr>
          <a:xfrm>
            <a:off x="3359793" y="6862574"/>
            <a:ext cx="149927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5" name="Linien"/>
          <p:cNvSpPr/>
          <p:nvPr/>
        </p:nvSpPr>
        <p:spPr>
          <a:xfrm>
            <a:off x="4869353" y="5417228"/>
            <a:ext cx="1" cy="146478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6" name="NCAL"/>
          <p:cNvSpPr txBox="1"/>
          <p:nvPr/>
        </p:nvSpPr>
        <p:spPr>
          <a:xfrm>
            <a:off x="10767238" y="1198300"/>
            <a:ext cx="815341" cy="411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NCAL</a:t>
            </a:r>
          </a:p>
        </p:txBody>
      </p:sp>
      <p:sp>
        <p:nvSpPr>
          <p:cNvPr id="227" name="NaJ"/>
          <p:cNvSpPr/>
          <p:nvPr/>
        </p:nvSpPr>
        <p:spPr>
          <a:xfrm>
            <a:off x="10807336" y="5131856"/>
            <a:ext cx="1270001" cy="554353"/>
          </a:xfrm>
          <a:prstGeom prst="rect">
            <a:avLst/>
          </a:prstGeom>
          <a:solidFill>
            <a:srgbClr val="D5D5D5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NaJ</a:t>
            </a:r>
          </a:p>
        </p:txBody>
      </p:sp>
      <p:sp>
        <p:nvSpPr>
          <p:cNvPr id="228" name="Scint."/>
          <p:cNvSpPr/>
          <p:nvPr/>
        </p:nvSpPr>
        <p:spPr>
          <a:xfrm>
            <a:off x="10807336" y="6141896"/>
            <a:ext cx="1270001" cy="554352"/>
          </a:xfrm>
          <a:prstGeom prst="rect">
            <a:avLst/>
          </a:prstGeom>
          <a:solidFill>
            <a:srgbClr val="D5D5D5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Scint.</a:t>
            </a:r>
          </a:p>
        </p:txBody>
      </p:sp>
      <p:sp>
        <p:nvSpPr>
          <p:cNvPr id="229" name="Linien"/>
          <p:cNvSpPr/>
          <p:nvPr/>
        </p:nvSpPr>
        <p:spPr>
          <a:xfrm>
            <a:off x="8016385" y="2686825"/>
            <a:ext cx="18401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0" name="Osci."/>
          <p:cNvSpPr/>
          <p:nvPr/>
        </p:nvSpPr>
        <p:spPr>
          <a:xfrm>
            <a:off x="6025741" y="650516"/>
            <a:ext cx="2077639" cy="825103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Osci.</a:t>
            </a:r>
          </a:p>
        </p:txBody>
      </p:sp>
      <p:sp>
        <p:nvSpPr>
          <p:cNvPr id="231" name="Dogma"/>
          <p:cNvSpPr/>
          <p:nvPr/>
        </p:nvSpPr>
        <p:spPr>
          <a:xfrm>
            <a:off x="1586422" y="3455058"/>
            <a:ext cx="2074535" cy="82510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Dogma</a:t>
            </a:r>
          </a:p>
        </p:txBody>
      </p:sp>
      <p:sp>
        <p:nvSpPr>
          <p:cNvPr id="232" name="Dirch"/>
          <p:cNvSpPr/>
          <p:nvPr/>
        </p:nvSpPr>
        <p:spPr>
          <a:xfrm>
            <a:off x="1572347" y="8190405"/>
            <a:ext cx="2077639" cy="825103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Dirch</a:t>
            </a:r>
          </a:p>
        </p:txBody>
      </p:sp>
      <p:sp>
        <p:nvSpPr>
          <p:cNvPr id="233" name="Digitizer"/>
          <p:cNvSpPr/>
          <p:nvPr/>
        </p:nvSpPr>
        <p:spPr>
          <a:xfrm>
            <a:off x="3820535" y="1877806"/>
            <a:ext cx="1884722" cy="825103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Digitizer</a:t>
            </a:r>
          </a:p>
        </p:txBody>
      </p:sp>
      <p:sp>
        <p:nvSpPr>
          <p:cNvPr id="234" name="Linien"/>
          <p:cNvSpPr/>
          <p:nvPr/>
        </p:nvSpPr>
        <p:spPr>
          <a:xfrm>
            <a:off x="8016385" y="2328720"/>
            <a:ext cx="18401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5" name="Linien"/>
          <p:cNvSpPr/>
          <p:nvPr/>
        </p:nvSpPr>
        <p:spPr>
          <a:xfrm>
            <a:off x="8016385" y="2512714"/>
            <a:ext cx="18401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6" name="Linien"/>
          <p:cNvSpPr/>
          <p:nvPr/>
        </p:nvSpPr>
        <p:spPr>
          <a:xfrm>
            <a:off x="8016385" y="2877325"/>
            <a:ext cx="18401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7" name="Linien"/>
          <p:cNvSpPr/>
          <p:nvPr/>
        </p:nvSpPr>
        <p:spPr>
          <a:xfrm>
            <a:off x="8016385" y="3061319"/>
            <a:ext cx="18401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8" name="Linien"/>
          <p:cNvSpPr/>
          <p:nvPr/>
        </p:nvSpPr>
        <p:spPr>
          <a:xfrm>
            <a:off x="8016385" y="3214031"/>
            <a:ext cx="18401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9" name="Linien"/>
          <p:cNvSpPr/>
          <p:nvPr/>
        </p:nvSpPr>
        <p:spPr>
          <a:xfrm>
            <a:off x="8016385" y="3366744"/>
            <a:ext cx="18401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0" name="Rechteck"/>
          <p:cNvSpPr/>
          <p:nvPr/>
        </p:nvSpPr>
        <p:spPr>
          <a:xfrm>
            <a:off x="9790467" y="1934131"/>
            <a:ext cx="2583833" cy="2043493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41" name="Linien"/>
          <p:cNvSpPr/>
          <p:nvPr/>
        </p:nvSpPr>
        <p:spPr>
          <a:xfrm>
            <a:off x="8596631" y="6419071"/>
            <a:ext cx="22095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2" name="Splitter"/>
          <p:cNvSpPr/>
          <p:nvPr/>
        </p:nvSpPr>
        <p:spPr>
          <a:xfrm>
            <a:off x="6050081" y="2237618"/>
            <a:ext cx="1988240" cy="1830557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Splitter</a:t>
            </a:r>
          </a:p>
        </p:txBody>
      </p:sp>
      <p:sp>
        <p:nvSpPr>
          <p:cNvPr id="243" name="Splitter"/>
          <p:cNvSpPr/>
          <p:nvPr/>
        </p:nvSpPr>
        <p:spPr>
          <a:xfrm>
            <a:off x="3789409" y="4012246"/>
            <a:ext cx="1988240" cy="1542563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Splitter</a:t>
            </a:r>
          </a:p>
        </p:txBody>
      </p:sp>
      <p:sp>
        <p:nvSpPr>
          <p:cNvPr id="244" name="Splitter"/>
          <p:cNvSpPr/>
          <p:nvPr/>
        </p:nvSpPr>
        <p:spPr>
          <a:xfrm>
            <a:off x="1446953" y="5543239"/>
            <a:ext cx="2261677" cy="164740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Splitter</a:t>
            </a:r>
          </a:p>
        </p:txBody>
      </p:sp>
      <p:sp>
        <p:nvSpPr>
          <p:cNvPr id="245" name="Linien"/>
          <p:cNvSpPr/>
          <p:nvPr/>
        </p:nvSpPr>
        <p:spPr>
          <a:xfrm flipV="1">
            <a:off x="1624685" y="4250746"/>
            <a:ext cx="1" cy="12958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6" name="Linien"/>
          <p:cNvSpPr/>
          <p:nvPr/>
        </p:nvSpPr>
        <p:spPr>
          <a:xfrm flipV="1">
            <a:off x="1821981" y="4250746"/>
            <a:ext cx="1" cy="12958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7" name="Linien"/>
          <p:cNvSpPr/>
          <p:nvPr/>
        </p:nvSpPr>
        <p:spPr>
          <a:xfrm flipV="1">
            <a:off x="2019277" y="4250746"/>
            <a:ext cx="1" cy="12958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8" name="Linien"/>
          <p:cNvSpPr/>
          <p:nvPr/>
        </p:nvSpPr>
        <p:spPr>
          <a:xfrm flipV="1">
            <a:off x="2216574" y="4250746"/>
            <a:ext cx="1" cy="12958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9" name="Linien"/>
          <p:cNvSpPr/>
          <p:nvPr/>
        </p:nvSpPr>
        <p:spPr>
          <a:xfrm flipV="1">
            <a:off x="2413870" y="4250746"/>
            <a:ext cx="1" cy="12958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0" name="Linien"/>
          <p:cNvSpPr/>
          <p:nvPr/>
        </p:nvSpPr>
        <p:spPr>
          <a:xfrm flipV="1">
            <a:off x="2611166" y="4250746"/>
            <a:ext cx="1" cy="12958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1" name="Linien"/>
          <p:cNvSpPr/>
          <p:nvPr/>
        </p:nvSpPr>
        <p:spPr>
          <a:xfrm flipV="1">
            <a:off x="2808462" y="4250746"/>
            <a:ext cx="1" cy="12958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2" name="Linien"/>
          <p:cNvSpPr/>
          <p:nvPr/>
        </p:nvSpPr>
        <p:spPr>
          <a:xfrm flipV="1">
            <a:off x="3005758" y="4250746"/>
            <a:ext cx="1" cy="12958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3" name="Linien"/>
          <p:cNvSpPr/>
          <p:nvPr/>
        </p:nvSpPr>
        <p:spPr>
          <a:xfrm flipV="1">
            <a:off x="3215606" y="425667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4" name="Linien"/>
          <p:cNvSpPr/>
          <p:nvPr/>
        </p:nvSpPr>
        <p:spPr>
          <a:xfrm>
            <a:off x="8016385" y="3519457"/>
            <a:ext cx="101124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5" name="Linien"/>
          <p:cNvSpPr/>
          <p:nvPr/>
        </p:nvSpPr>
        <p:spPr>
          <a:xfrm>
            <a:off x="8015603" y="3672170"/>
            <a:ext cx="6086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6" name="Linien"/>
          <p:cNvSpPr/>
          <p:nvPr/>
        </p:nvSpPr>
        <p:spPr>
          <a:xfrm>
            <a:off x="9052458" y="3513087"/>
            <a:ext cx="1" cy="18802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7" name="Linien"/>
          <p:cNvSpPr/>
          <p:nvPr/>
        </p:nvSpPr>
        <p:spPr>
          <a:xfrm>
            <a:off x="8593486" y="3672170"/>
            <a:ext cx="1" cy="27627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8" name="1 2 3 4 5 6 7 8 9 10"/>
          <p:cNvSpPr txBox="1"/>
          <p:nvPr/>
        </p:nvSpPr>
        <p:spPr>
          <a:xfrm>
            <a:off x="1510020" y="6809589"/>
            <a:ext cx="2193825" cy="399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 sz="1900"/>
            </a:lvl1pPr>
          </a:lstStyle>
          <a:p>
            <a:pPr/>
            <a:r>
              <a:t>1 2 3 4 5 6 7 8 9 10</a:t>
            </a:r>
          </a:p>
        </p:txBody>
      </p:sp>
      <p:sp>
        <p:nvSpPr>
          <p:cNvPr id="259" name="1 2 3 4 5 6 7 8 9 10"/>
          <p:cNvSpPr txBox="1"/>
          <p:nvPr/>
        </p:nvSpPr>
        <p:spPr>
          <a:xfrm>
            <a:off x="1526777" y="5530539"/>
            <a:ext cx="2193825" cy="399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 sz="1900"/>
            </a:lvl1pPr>
          </a:lstStyle>
          <a:p>
            <a:pPr/>
            <a:r>
              <a:t>1 2 3 4 5 6 7 8 9 10</a:t>
            </a:r>
          </a:p>
        </p:txBody>
      </p:sp>
      <p:sp>
        <p:nvSpPr>
          <p:cNvPr id="260" name="1 2 3 4 5 6 7 8 9 10"/>
          <p:cNvSpPr txBox="1"/>
          <p:nvPr/>
        </p:nvSpPr>
        <p:spPr>
          <a:xfrm>
            <a:off x="3809695" y="5212759"/>
            <a:ext cx="1427684" cy="287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 sz="1200"/>
            </a:lvl1pPr>
          </a:lstStyle>
          <a:p>
            <a:pPr/>
            <a:r>
              <a:t>1 2 3 4 5 6 7 8 9 10</a:t>
            </a:r>
          </a:p>
        </p:txBody>
      </p:sp>
      <p:sp>
        <p:nvSpPr>
          <p:cNvPr id="261" name="1 2 3 4 5 6 7 8 9 10"/>
          <p:cNvSpPr txBox="1"/>
          <p:nvPr/>
        </p:nvSpPr>
        <p:spPr>
          <a:xfrm>
            <a:off x="3775432" y="3944030"/>
            <a:ext cx="1974928" cy="362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 sz="1700"/>
            </a:lvl1pPr>
          </a:lstStyle>
          <a:p>
            <a:pPr/>
            <a:r>
              <a:t>1 2 3 4 5 6 7 8 9 10</a:t>
            </a:r>
          </a:p>
        </p:txBody>
      </p:sp>
      <p:sp>
        <p:nvSpPr>
          <p:cNvPr id="262" name="1 2 3 4 5 6 7 8 9 10"/>
          <p:cNvSpPr txBox="1"/>
          <p:nvPr/>
        </p:nvSpPr>
        <p:spPr>
          <a:xfrm>
            <a:off x="6050996" y="3768532"/>
            <a:ext cx="1646582" cy="312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 sz="1400"/>
            </a:lvl1pPr>
          </a:lstStyle>
          <a:p>
            <a:pPr/>
            <a:r>
              <a:t>1 2 3 4 5 6 7 8 9 10</a:t>
            </a:r>
          </a:p>
        </p:txBody>
      </p:sp>
      <p:sp>
        <p:nvSpPr>
          <p:cNvPr id="263" name="1 2 3 4 5 6 7 8 9 10"/>
          <p:cNvSpPr txBox="1"/>
          <p:nvPr/>
        </p:nvSpPr>
        <p:spPr>
          <a:xfrm>
            <a:off x="6087671" y="2269192"/>
            <a:ext cx="1974927" cy="362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 sz="1700"/>
            </a:lvl1pPr>
          </a:lstStyle>
          <a:p>
            <a:pPr/>
            <a:r>
              <a:t>1 2 3 4 5 6 7 8 9 10</a:t>
            </a:r>
          </a:p>
        </p:txBody>
      </p:sp>
      <p:sp>
        <p:nvSpPr>
          <p:cNvPr id="264" name="Linien"/>
          <p:cNvSpPr/>
          <p:nvPr/>
        </p:nvSpPr>
        <p:spPr>
          <a:xfrm flipV="1">
            <a:off x="3897704" y="269451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5" name="Linien"/>
          <p:cNvSpPr/>
          <p:nvPr/>
        </p:nvSpPr>
        <p:spPr>
          <a:xfrm flipV="1">
            <a:off x="4095000" y="269451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6" name="Linien"/>
          <p:cNvSpPr/>
          <p:nvPr/>
        </p:nvSpPr>
        <p:spPr>
          <a:xfrm flipV="1">
            <a:off x="4292296" y="269451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7" name="Linien"/>
          <p:cNvSpPr/>
          <p:nvPr/>
        </p:nvSpPr>
        <p:spPr>
          <a:xfrm flipV="1">
            <a:off x="4489592" y="269451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8" name="Linien"/>
          <p:cNvSpPr/>
          <p:nvPr/>
        </p:nvSpPr>
        <p:spPr>
          <a:xfrm flipV="1">
            <a:off x="4686889" y="269451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9" name="Linien"/>
          <p:cNvSpPr/>
          <p:nvPr/>
        </p:nvSpPr>
        <p:spPr>
          <a:xfrm flipV="1">
            <a:off x="4884185" y="269451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0" name="Linien"/>
          <p:cNvSpPr/>
          <p:nvPr/>
        </p:nvSpPr>
        <p:spPr>
          <a:xfrm flipV="1">
            <a:off x="5081481" y="269451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1" name="Linien"/>
          <p:cNvSpPr/>
          <p:nvPr/>
        </p:nvSpPr>
        <p:spPr>
          <a:xfrm flipV="1">
            <a:off x="5278777" y="269451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2" name="Linien"/>
          <p:cNvSpPr/>
          <p:nvPr/>
        </p:nvSpPr>
        <p:spPr>
          <a:xfrm flipV="1">
            <a:off x="5476073" y="269451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3" name="cyclotron"/>
          <p:cNvSpPr/>
          <p:nvPr/>
        </p:nvSpPr>
        <p:spPr>
          <a:xfrm>
            <a:off x="10720574" y="8683848"/>
            <a:ext cx="1473874" cy="554353"/>
          </a:xfrm>
          <a:prstGeom prst="rect">
            <a:avLst/>
          </a:prstGeom>
          <a:solidFill>
            <a:srgbClr val="D5D5D5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cyclotron</a:t>
            </a:r>
          </a:p>
        </p:txBody>
      </p:sp>
      <p:sp>
        <p:nvSpPr>
          <p:cNvPr id="274" name="Linien"/>
          <p:cNvSpPr/>
          <p:nvPr/>
        </p:nvSpPr>
        <p:spPr>
          <a:xfrm>
            <a:off x="8905914" y="8961024"/>
            <a:ext cx="8153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5" name="discr."/>
          <p:cNvSpPr/>
          <p:nvPr/>
        </p:nvSpPr>
        <p:spPr>
          <a:xfrm>
            <a:off x="7684917" y="8655279"/>
            <a:ext cx="1270001" cy="554352"/>
          </a:xfrm>
          <a:prstGeom prst="rect">
            <a:avLst/>
          </a:prstGeom>
          <a:solidFill>
            <a:srgbClr val="D5D5D5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discr.</a:t>
            </a:r>
          </a:p>
        </p:txBody>
      </p:sp>
      <p:sp>
        <p:nvSpPr>
          <p:cNvPr id="276" name="prescaler"/>
          <p:cNvSpPr/>
          <p:nvPr/>
        </p:nvSpPr>
        <p:spPr>
          <a:xfrm>
            <a:off x="7478199" y="7451320"/>
            <a:ext cx="1270001" cy="554352"/>
          </a:xfrm>
          <a:prstGeom prst="rect">
            <a:avLst/>
          </a:prstGeom>
          <a:solidFill>
            <a:srgbClr val="D5D5D5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prescaler</a:t>
            </a:r>
          </a:p>
        </p:txBody>
      </p:sp>
      <p:sp>
        <p:nvSpPr>
          <p:cNvPr id="277" name="fan in/out"/>
          <p:cNvSpPr/>
          <p:nvPr/>
        </p:nvSpPr>
        <p:spPr>
          <a:xfrm>
            <a:off x="5890570" y="7451320"/>
            <a:ext cx="1270001" cy="554352"/>
          </a:xfrm>
          <a:prstGeom prst="rect">
            <a:avLst/>
          </a:prstGeom>
          <a:solidFill>
            <a:srgbClr val="D5D5D5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fan in/out</a:t>
            </a:r>
          </a:p>
        </p:txBody>
      </p:sp>
      <p:sp>
        <p:nvSpPr>
          <p:cNvPr id="278" name="Linien"/>
          <p:cNvSpPr/>
          <p:nvPr/>
        </p:nvSpPr>
        <p:spPr>
          <a:xfrm flipV="1">
            <a:off x="6050996" y="8033733"/>
            <a:ext cx="1" cy="58192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9" name="Linien"/>
          <p:cNvSpPr/>
          <p:nvPr/>
        </p:nvSpPr>
        <p:spPr>
          <a:xfrm flipV="1">
            <a:off x="6350699" y="8031407"/>
            <a:ext cx="1" cy="115134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0" name="trigger"/>
          <p:cNvSpPr txBox="1"/>
          <p:nvPr/>
        </p:nvSpPr>
        <p:spPr>
          <a:xfrm>
            <a:off x="3874564" y="8168321"/>
            <a:ext cx="923037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trigger</a:t>
            </a:r>
          </a:p>
        </p:txBody>
      </p:sp>
      <p:sp>
        <p:nvSpPr>
          <p:cNvPr id="281" name="Linien"/>
          <p:cNvSpPr/>
          <p:nvPr/>
        </p:nvSpPr>
        <p:spPr>
          <a:xfrm flipH="1">
            <a:off x="1107011" y="9200241"/>
            <a:ext cx="528884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2" name="Linien"/>
          <p:cNvSpPr/>
          <p:nvPr/>
        </p:nvSpPr>
        <p:spPr>
          <a:xfrm flipV="1">
            <a:off x="1096296" y="3723737"/>
            <a:ext cx="1" cy="551567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3" name="Linien"/>
          <p:cNvSpPr/>
          <p:nvPr/>
        </p:nvSpPr>
        <p:spPr>
          <a:xfrm flipH="1" flipV="1">
            <a:off x="1084500" y="3761277"/>
            <a:ext cx="51065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4" name="trigger"/>
          <p:cNvSpPr txBox="1"/>
          <p:nvPr/>
        </p:nvSpPr>
        <p:spPr>
          <a:xfrm>
            <a:off x="1074584" y="3008165"/>
            <a:ext cx="923037" cy="411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trigger</a:t>
            </a:r>
          </a:p>
        </p:txBody>
      </p:sp>
      <p:sp>
        <p:nvSpPr>
          <p:cNvPr id="285" name="Polygon"/>
          <p:cNvSpPr/>
          <p:nvPr/>
        </p:nvSpPr>
        <p:spPr>
          <a:xfrm>
            <a:off x="10879944" y="2631706"/>
            <a:ext cx="561481" cy="648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rgbClr val="929292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6" name="Polygon"/>
          <p:cNvSpPr/>
          <p:nvPr/>
        </p:nvSpPr>
        <p:spPr>
          <a:xfrm>
            <a:off x="11161596" y="2126041"/>
            <a:ext cx="561481" cy="648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rgbClr val="929292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7" name="Polygon"/>
          <p:cNvSpPr/>
          <p:nvPr/>
        </p:nvSpPr>
        <p:spPr>
          <a:xfrm>
            <a:off x="10599693" y="2126041"/>
            <a:ext cx="561481" cy="648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rgbClr val="929292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8" name="Polygon"/>
          <p:cNvSpPr/>
          <p:nvPr/>
        </p:nvSpPr>
        <p:spPr>
          <a:xfrm>
            <a:off x="11161596" y="3097996"/>
            <a:ext cx="561481" cy="648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rgbClr val="929292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9" name="Polygon"/>
          <p:cNvSpPr/>
          <p:nvPr/>
        </p:nvSpPr>
        <p:spPr>
          <a:xfrm>
            <a:off x="11439787" y="2631706"/>
            <a:ext cx="561481" cy="648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rgbClr val="929292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0" name="Polygon"/>
          <p:cNvSpPr/>
          <p:nvPr/>
        </p:nvSpPr>
        <p:spPr>
          <a:xfrm>
            <a:off x="10599693" y="3097996"/>
            <a:ext cx="561481" cy="648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rgbClr val="929292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1" name="Polygon"/>
          <p:cNvSpPr/>
          <p:nvPr/>
        </p:nvSpPr>
        <p:spPr>
          <a:xfrm>
            <a:off x="10306316" y="2631706"/>
            <a:ext cx="561481" cy="648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rgbClr val="929292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2" name="1"/>
          <p:cNvSpPr txBox="1"/>
          <p:nvPr/>
        </p:nvSpPr>
        <p:spPr>
          <a:xfrm>
            <a:off x="11055909" y="2671459"/>
            <a:ext cx="237999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1</a:t>
            </a:r>
          </a:p>
        </p:txBody>
      </p:sp>
      <p:sp>
        <p:nvSpPr>
          <p:cNvPr id="293" name="7"/>
          <p:cNvSpPr txBox="1"/>
          <p:nvPr/>
        </p:nvSpPr>
        <p:spPr>
          <a:xfrm>
            <a:off x="11314574" y="3216300"/>
            <a:ext cx="255525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7</a:t>
            </a:r>
          </a:p>
        </p:txBody>
      </p:sp>
      <p:sp>
        <p:nvSpPr>
          <p:cNvPr id="294" name="6"/>
          <p:cNvSpPr txBox="1"/>
          <p:nvPr/>
        </p:nvSpPr>
        <p:spPr>
          <a:xfrm>
            <a:off x="10752671" y="3216300"/>
            <a:ext cx="255525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6</a:t>
            </a:r>
          </a:p>
        </p:txBody>
      </p:sp>
      <p:sp>
        <p:nvSpPr>
          <p:cNvPr id="295" name="5"/>
          <p:cNvSpPr txBox="1"/>
          <p:nvPr/>
        </p:nvSpPr>
        <p:spPr>
          <a:xfrm>
            <a:off x="11592765" y="2750011"/>
            <a:ext cx="255525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5</a:t>
            </a:r>
          </a:p>
        </p:txBody>
      </p:sp>
      <p:sp>
        <p:nvSpPr>
          <p:cNvPr id="296" name="4"/>
          <p:cNvSpPr txBox="1"/>
          <p:nvPr/>
        </p:nvSpPr>
        <p:spPr>
          <a:xfrm>
            <a:off x="10387564" y="2671459"/>
            <a:ext cx="255525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4</a:t>
            </a:r>
          </a:p>
        </p:txBody>
      </p:sp>
      <p:sp>
        <p:nvSpPr>
          <p:cNvPr id="297" name="3"/>
          <p:cNvSpPr txBox="1"/>
          <p:nvPr/>
        </p:nvSpPr>
        <p:spPr>
          <a:xfrm>
            <a:off x="11317607" y="2228156"/>
            <a:ext cx="255525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3</a:t>
            </a:r>
          </a:p>
        </p:txBody>
      </p:sp>
      <p:sp>
        <p:nvSpPr>
          <p:cNvPr id="298" name="2"/>
          <p:cNvSpPr txBox="1"/>
          <p:nvPr/>
        </p:nvSpPr>
        <p:spPr>
          <a:xfrm>
            <a:off x="10752671" y="2244345"/>
            <a:ext cx="255525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2</a:t>
            </a:r>
          </a:p>
        </p:txBody>
      </p:sp>
      <p:sp>
        <p:nvSpPr>
          <p:cNvPr id="299" name="Linien"/>
          <p:cNvSpPr/>
          <p:nvPr/>
        </p:nvSpPr>
        <p:spPr>
          <a:xfrm flipV="1">
            <a:off x="6652887" y="8034774"/>
            <a:ext cx="1" cy="140948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0" name="Linien"/>
          <p:cNvSpPr/>
          <p:nvPr/>
        </p:nvSpPr>
        <p:spPr>
          <a:xfrm flipV="1">
            <a:off x="6943464" y="7991544"/>
            <a:ext cx="1" cy="167280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1" name="Linien"/>
          <p:cNvSpPr/>
          <p:nvPr/>
        </p:nvSpPr>
        <p:spPr>
          <a:xfrm flipH="1">
            <a:off x="804393" y="9409316"/>
            <a:ext cx="589407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2" name="Linien"/>
          <p:cNvSpPr/>
          <p:nvPr/>
        </p:nvSpPr>
        <p:spPr>
          <a:xfrm flipH="1" flipV="1">
            <a:off x="566147" y="9619572"/>
            <a:ext cx="63705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3" name="Linien"/>
          <p:cNvSpPr/>
          <p:nvPr/>
        </p:nvSpPr>
        <p:spPr>
          <a:xfrm flipV="1">
            <a:off x="835500" y="2219976"/>
            <a:ext cx="1" cy="722428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4" name="Linien"/>
          <p:cNvSpPr/>
          <p:nvPr/>
        </p:nvSpPr>
        <p:spPr>
          <a:xfrm flipV="1">
            <a:off x="606171" y="1086568"/>
            <a:ext cx="1" cy="851643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5" name="Linien"/>
          <p:cNvSpPr/>
          <p:nvPr/>
        </p:nvSpPr>
        <p:spPr>
          <a:xfrm flipH="1" flipV="1">
            <a:off x="803318" y="2260239"/>
            <a:ext cx="30531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6" name="trigger"/>
          <p:cNvSpPr txBox="1"/>
          <p:nvPr/>
        </p:nvSpPr>
        <p:spPr>
          <a:xfrm>
            <a:off x="2884149" y="1861207"/>
            <a:ext cx="923037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trigger</a:t>
            </a:r>
          </a:p>
        </p:txBody>
      </p:sp>
      <p:sp>
        <p:nvSpPr>
          <p:cNvPr id="307" name="trigger"/>
          <p:cNvSpPr txBox="1"/>
          <p:nvPr/>
        </p:nvSpPr>
        <p:spPr>
          <a:xfrm>
            <a:off x="5014555" y="663444"/>
            <a:ext cx="923037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trigger</a:t>
            </a:r>
          </a:p>
        </p:txBody>
      </p:sp>
      <p:sp>
        <p:nvSpPr>
          <p:cNvPr id="308" name="Linien"/>
          <p:cNvSpPr/>
          <p:nvPr/>
        </p:nvSpPr>
        <p:spPr>
          <a:xfrm flipV="1">
            <a:off x="3465735" y="4256673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9" name="Linien"/>
          <p:cNvSpPr/>
          <p:nvPr/>
        </p:nvSpPr>
        <p:spPr>
          <a:xfrm>
            <a:off x="8303025" y="6988909"/>
            <a:ext cx="14178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0" name="splitter"/>
          <p:cNvSpPr/>
          <p:nvPr/>
        </p:nvSpPr>
        <p:spPr>
          <a:xfrm>
            <a:off x="9458946" y="7534497"/>
            <a:ext cx="1473874" cy="554353"/>
          </a:xfrm>
          <a:prstGeom prst="rect">
            <a:avLst/>
          </a:prstGeom>
          <a:solidFill>
            <a:srgbClr val="D5D5D5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splitter</a:t>
            </a:r>
          </a:p>
        </p:txBody>
      </p:sp>
      <p:sp>
        <p:nvSpPr>
          <p:cNvPr id="311" name="Linien"/>
          <p:cNvSpPr/>
          <p:nvPr/>
        </p:nvSpPr>
        <p:spPr>
          <a:xfrm>
            <a:off x="11580065" y="7811673"/>
            <a:ext cx="1" cy="86717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2" name="Linien"/>
          <p:cNvSpPr/>
          <p:nvPr/>
        </p:nvSpPr>
        <p:spPr>
          <a:xfrm>
            <a:off x="9701427" y="6988909"/>
            <a:ext cx="1" cy="49708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3" name="Linien"/>
          <p:cNvSpPr/>
          <p:nvPr/>
        </p:nvSpPr>
        <p:spPr>
          <a:xfrm>
            <a:off x="8319917" y="3854892"/>
            <a:ext cx="1" cy="31534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4" name="Linien"/>
          <p:cNvSpPr/>
          <p:nvPr/>
        </p:nvSpPr>
        <p:spPr>
          <a:xfrm>
            <a:off x="5805428" y="5431597"/>
            <a:ext cx="172206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5" name="Linien"/>
          <p:cNvSpPr/>
          <p:nvPr/>
        </p:nvSpPr>
        <p:spPr>
          <a:xfrm>
            <a:off x="9702143" y="8114073"/>
            <a:ext cx="1" cy="86717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6" name="Linien"/>
          <p:cNvSpPr/>
          <p:nvPr/>
        </p:nvSpPr>
        <p:spPr>
          <a:xfrm>
            <a:off x="8125899" y="7987073"/>
            <a:ext cx="1" cy="67524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7" name="Linien"/>
          <p:cNvSpPr/>
          <p:nvPr/>
        </p:nvSpPr>
        <p:spPr>
          <a:xfrm>
            <a:off x="7109770" y="7746156"/>
            <a:ext cx="3772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8" name="Linien"/>
          <p:cNvSpPr/>
          <p:nvPr/>
        </p:nvSpPr>
        <p:spPr>
          <a:xfrm>
            <a:off x="8005473" y="3867609"/>
            <a:ext cx="32339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9" name="Linien"/>
          <p:cNvSpPr/>
          <p:nvPr/>
        </p:nvSpPr>
        <p:spPr>
          <a:xfrm>
            <a:off x="7518597" y="4045188"/>
            <a:ext cx="1" cy="146478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0" name="Linien"/>
          <p:cNvSpPr/>
          <p:nvPr/>
        </p:nvSpPr>
        <p:spPr>
          <a:xfrm>
            <a:off x="5068853" y="5532663"/>
            <a:ext cx="1" cy="146477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1" name="Linien"/>
          <p:cNvSpPr/>
          <p:nvPr/>
        </p:nvSpPr>
        <p:spPr>
          <a:xfrm flipV="1">
            <a:off x="5614310" y="2718839"/>
            <a:ext cx="1" cy="129581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2" name="8"/>
          <p:cNvSpPr txBox="1"/>
          <p:nvPr/>
        </p:nvSpPr>
        <p:spPr>
          <a:xfrm>
            <a:off x="10335664" y="5008366"/>
            <a:ext cx="237999" cy="411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8</a:t>
            </a:r>
          </a:p>
        </p:txBody>
      </p:sp>
      <p:sp>
        <p:nvSpPr>
          <p:cNvPr id="323" name="9"/>
          <p:cNvSpPr txBox="1"/>
          <p:nvPr/>
        </p:nvSpPr>
        <p:spPr>
          <a:xfrm>
            <a:off x="10335664" y="6059186"/>
            <a:ext cx="237999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9</a:t>
            </a:r>
          </a:p>
        </p:txBody>
      </p:sp>
      <p:sp>
        <p:nvSpPr>
          <p:cNvPr id="324" name="10"/>
          <p:cNvSpPr txBox="1"/>
          <p:nvPr/>
        </p:nvSpPr>
        <p:spPr>
          <a:xfrm>
            <a:off x="11022968" y="7429175"/>
            <a:ext cx="510650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10</a:t>
            </a:r>
          </a:p>
        </p:txBody>
      </p:sp>
      <p:sp>
        <p:nvSpPr>
          <p:cNvPr id="325" name="Neutron Test , Signals"/>
          <p:cNvSpPr txBox="1"/>
          <p:nvPr/>
        </p:nvSpPr>
        <p:spPr>
          <a:xfrm>
            <a:off x="427830" y="164716"/>
            <a:ext cx="2753361" cy="41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0"/>
              </a:spcBef>
              <a:defRPr b="1"/>
            </a:lvl1pPr>
          </a:lstStyle>
          <a:p>
            <a:pPr/>
            <a:r>
              <a:t>Neutron Test , Signals</a:t>
            </a:r>
          </a:p>
        </p:txBody>
      </p:sp>
      <p:sp>
        <p:nvSpPr>
          <p:cNvPr id="326" name="attenuator"/>
          <p:cNvSpPr/>
          <p:nvPr/>
        </p:nvSpPr>
        <p:spPr>
          <a:xfrm>
            <a:off x="1494570" y="7549190"/>
            <a:ext cx="2077639" cy="45643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attenuator</a:t>
            </a:r>
          </a:p>
        </p:txBody>
      </p:sp>
      <p:sp>
        <p:nvSpPr>
          <p:cNvPr id="327" name="attenuator"/>
          <p:cNvSpPr/>
          <p:nvPr/>
        </p:nvSpPr>
        <p:spPr>
          <a:xfrm>
            <a:off x="1514780" y="4570153"/>
            <a:ext cx="2077639" cy="45643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attenuator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Tabelle 1"/>
          <p:cNvGraphicFramePr/>
          <p:nvPr/>
        </p:nvGraphicFramePr>
        <p:xfrm>
          <a:off x="1033354" y="614144"/>
          <a:ext cx="5791201" cy="3918020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889250"/>
                <a:gridCol w="2889250"/>
              </a:tblGrid>
              <a:tr h="557902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b="1" sz="2200"/>
                        <a:t>unit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b="1" sz="2200"/>
                        <a:t>channels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557902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splitter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31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557902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discriminator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557902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attenuator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20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557902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prescaler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4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557902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fan in/out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4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557902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HV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9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graphicFrame>
        <p:nvGraphicFramePr>
          <p:cNvPr id="330" name="Tabelle 1-1"/>
          <p:cNvGraphicFramePr/>
          <p:nvPr/>
        </p:nvGraphicFramePr>
        <p:xfrm>
          <a:off x="1343124" y="5239635"/>
          <a:ext cx="7754560" cy="3918020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935464"/>
                <a:gridCol w="1935464"/>
                <a:gridCol w="1935464"/>
                <a:gridCol w="1935464"/>
              </a:tblGrid>
              <a:tr h="650886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b="1" sz="2200"/>
                        <a:t>cables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b="1" sz="2200"/>
                        <a:t>no.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b="1" sz="2200"/>
                        <a:t>length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b="1" sz="2200"/>
                        <a:t>connection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0886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HV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20 m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650886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BNC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10 m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650886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Lemo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60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2m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650886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Lemo-MMCX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2m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Dogma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0886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2200"/>
                        <a:t>Lemo-MCX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2m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200"/>
                        <a:t>digitizer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